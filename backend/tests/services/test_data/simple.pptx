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0BFE9-CF82-4C64-15E2-137DDC8A7A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0A1349F0-EBBB-E0AF-9C08-CD6850FB5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7F1F27E5-F31E-AFBF-6A9F-3916328799D5}"/>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219DB7C2-FFD6-D3F3-AC86-3F6A5A8E760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8F83FBE-6A8E-4560-2F78-2148BC69087D}"/>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957691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374B-24B1-11F8-5EAB-E02163F827D5}"/>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1296622-BCED-D556-FDA8-4245BD93B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45255D4B-70CA-E36F-F784-FA501D6317C8}"/>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3FCDB893-3CC3-01DB-ABD9-4FDB9A39972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1F84777-B06C-8918-3C13-E0E117D4F503}"/>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732908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DF179-FA00-5453-4B5E-11FC8D2A02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C938DBA1-948E-6633-7B5E-7156CBF156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1D1260-A7C4-8B02-7F22-D98601B49614}"/>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73AE8098-57AC-1408-5D18-6C838215569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69688C1-07A3-94F8-0840-7135E9D702FF}"/>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2719271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27805-5080-9B60-275C-D1B7EBCB0E8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5C5CD645-8774-1051-2728-B061338E2F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2882C16B-2FDF-D511-2883-FE2F5ADB06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9186D4AC-FA3C-23BE-A0B4-1B482E8FA457}"/>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6" name="Footer Placeholder 5">
            <a:extLst>
              <a:ext uri="{FF2B5EF4-FFF2-40B4-BE49-F238E27FC236}">
                <a16:creationId xmlns:a16="http://schemas.microsoft.com/office/drawing/2014/main" id="{B76194A5-F1B0-722A-D57B-47450C4FED46}"/>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D8932BC0-329B-36DE-CA00-D9B8C3A40162}"/>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763198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3842-BCB3-3621-523A-CB77F7DCC4C3}"/>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C1FEA420-AE4E-8EC0-427F-6631775A5D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463CDF-59C5-D5E1-A632-6480F29E86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B6380E2D-5FA9-0986-3BB9-9D27EA6C36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B1692E-FF10-9030-A5F1-F4E5EC33F5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B920AF46-B6A8-50DE-3022-FB801D34D550}"/>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8" name="Footer Placeholder 7">
            <a:extLst>
              <a:ext uri="{FF2B5EF4-FFF2-40B4-BE49-F238E27FC236}">
                <a16:creationId xmlns:a16="http://schemas.microsoft.com/office/drawing/2014/main" id="{7E3B8285-21BD-B5D3-CF7F-DA5F0D1B065F}"/>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D22DDB0B-6177-3D33-C514-0753787976AD}"/>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170683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146D-1B10-474A-1560-941193778A59}"/>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20EA83D7-7DAB-EAF1-9F56-4983F68190D7}"/>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4" name="Footer Placeholder 3">
            <a:extLst>
              <a:ext uri="{FF2B5EF4-FFF2-40B4-BE49-F238E27FC236}">
                <a16:creationId xmlns:a16="http://schemas.microsoft.com/office/drawing/2014/main" id="{BDC173F4-030F-E8A6-B5A2-EF0DF5124654}"/>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14BD67EA-48BF-CF10-68B2-7AFDCB2A1E82}"/>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377069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8D59E7-9FBB-A837-426E-A95464727813}"/>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3" name="Footer Placeholder 2">
            <a:extLst>
              <a:ext uri="{FF2B5EF4-FFF2-40B4-BE49-F238E27FC236}">
                <a16:creationId xmlns:a16="http://schemas.microsoft.com/office/drawing/2014/main" id="{5C463A48-D203-C857-2B75-DDF76DF35589}"/>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8F07CF3D-A638-12AA-26BC-03BBD15DC2FC}"/>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285773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B9A35-2A7E-A199-9670-E6703B4E90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0F0743B8-C8F5-BBC3-C923-15AF98C0BC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C29ADBB1-4BF8-3AE3-48E2-36FB19010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BE57F3-CC5F-9996-2255-BC17BE8BA62E}"/>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6" name="Footer Placeholder 5">
            <a:extLst>
              <a:ext uri="{FF2B5EF4-FFF2-40B4-BE49-F238E27FC236}">
                <a16:creationId xmlns:a16="http://schemas.microsoft.com/office/drawing/2014/main" id="{61CFAFF8-6A01-EB5D-1642-9C9FDB4FB827}"/>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0186FEF2-FD8B-7289-F0F4-8C8E89B0AC4E}"/>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1671796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3458-A292-3067-6D42-E6F2AE53CF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2B055AC2-9B07-999F-B609-01C3D031DA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97C6327A-7C6A-E2A3-213A-3963ED973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63DB47-CA20-CAFB-86EB-214E8483B855}"/>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6" name="Footer Placeholder 5">
            <a:extLst>
              <a:ext uri="{FF2B5EF4-FFF2-40B4-BE49-F238E27FC236}">
                <a16:creationId xmlns:a16="http://schemas.microsoft.com/office/drawing/2014/main" id="{E86A63EC-6585-BFAC-03B8-890533F1E383}"/>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66F3B73D-90C6-54DC-C4CF-60A33356A288}"/>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709597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2ABFD-CE89-1E06-367F-665CB000075F}"/>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30675BD3-6313-6022-5873-26849FA736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DACC4DF-1932-47EE-FCD6-D452584170E4}"/>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914770FF-473E-546A-55DA-8077463E4F9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AB1B175-5FD2-EDD1-DF81-A9CB3E2B890B}"/>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3580212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37EC9B-0504-D0AE-D464-0E18AB8EBF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5D485D5-CA98-6757-0418-2882815C07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AF1D8D9-E0EE-BB70-2470-093E6ADE670F}"/>
              </a:ext>
            </a:extLst>
          </p:cNvPr>
          <p:cNvSpPr>
            <a:spLocks noGrp="1"/>
          </p:cNvSpPr>
          <p:nvPr>
            <p:ph type="dt" sz="half" idx="10"/>
          </p:nvPr>
        </p:nvSpPr>
        <p:spPr/>
        <p:txBody>
          <a:body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68012F9D-8EFA-61F2-3C04-15E5973780A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7ABF9E8-3CFC-98CE-4446-516505466678}"/>
              </a:ext>
            </a:extLst>
          </p:cNvPr>
          <p:cNvSpPr>
            <a:spLocks noGrp="1"/>
          </p:cNvSpPr>
          <p:nvPr>
            <p:ph type="sldNum" sz="quarter" idx="12"/>
          </p:nvPr>
        </p:nvSpPr>
        <p:spPr/>
        <p:txBody>
          <a:bodyPr/>
          <a:lstStyle/>
          <a:p>
            <a:fld id="{1DC6324F-5F38-49B1-9235-7C8DB7B53689}" type="slidenum">
              <a:rPr lang="en-MY" smtClean="0"/>
              <a:t>‹#›</a:t>
            </a:fld>
            <a:endParaRPr lang="en-MY"/>
          </a:p>
        </p:txBody>
      </p:sp>
    </p:spTree>
    <p:extLst>
      <p:ext uri="{BB962C8B-B14F-4D97-AF65-F5344CB8AC3E}">
        <p14:creationId xmlns:p14="http://schemas.microsoft.com/office/powerpoint/2010/main" val="1381849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81FE38-08D9-A27E-9B53-C6A9C6C9F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27E9552-28A6-2FAA-6488-841F89F1D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35BE555-CB2F-54FC-2C1F-7619A77AD1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DF5672-C0AB-4D79-B140-9BBA4E2624FC}" type="datetimeFigureOut">
              <a:rPr lang="en-MY" smtClean="0"/>
              <a:t>23/4/2026</a:t>
            </a:fld>
            <a:endParaRPr lang="en-MY"/>
          </a:p>
        </p:txBody>
      </p:sp>
      <p:sp>
        <p:nvSpPr>
          <p:cNvPr id="5" name="Footer Placeholder 4">
            <a:extLst>
              <a:ext uri="{FF2B5EF4-FFF2-40B4-BE49-F238E27FC236}">
                <a16:creationId xmlns:a16="http://schemas.microsoft.com/office/drawing/2014/main" id="{74DEC188-1F7A-362F-F655-35B1457A59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A6E47CBB-20F1-75DA-C5DF-0B38BCE782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C6324F-5F38-49B1-9235-7C8DB7B53689}" type="slidenum">
              <a:rPr lang="en-MY" smtClean="0"/>
              <a:t>‹#›</a:t>
            </a:fld>
            <a:endParaRPr lang="en-MY"/>
          </a:p>
        </p:txBody>
      </p:sp>
    </p:spTree>
    <p:extLst>
      <p:ext uri="{BB962C8B-B14F-4D97-AF65-F5344CB8AC3E}">
        <p14:creationId xmlns:p14="http://schemas.microsoft.com/office/powerpoint/2010/main" val="752065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807D-70B6-0BFE-15BC-E3E8B46D4D21}"/>
              </a:ext>
            </a:extLst>
          </p:cNvPr>
          <p:cNvSpPr>
            <a:spLocks noGrp="1"/>
          </p:cNvSpPr>
          <p:nvPr>
            <p:ph type="ctrTitle"/>
          </p:nvPr>
        </p:nvSpPr>
        <p:spPr>
          <a:xfrm>
            <a:off x="216310" y="925719"/>
            <a:ext cx="4945626" cy="391805"/>
          </a:xfrm>
        </p:spPr>
        <p:txBody>
          <a:bodyPr>
            <a:normAutofit fontScale="90000"/>
          </a:bodyPr>
          <a:lstStyle/>
          <a:p>
            <a:r>
              <a:rPr lang="en-MY" dirty="0"/>
              <a:t>Test 1</a:t>
            </a:r>
          </a:p>
        </p:txBody>
      </p:sp>
      <p:sp>
        <p:nvSpPr>
          <p:cNvPr id="3" name="Subtitle 2">
            <a:extLst>
              <a:ext uri="{FF2B5EF4-FFF2-40B4-BE49-F238E27FC236}">
                <a16:creationId xmlns:a16="http://schemas.microsoft.com/office/drawing/2014/main" id="{A5101BEF-A5FE-7164-E81F-DF60B9932A89}"/>
              </a:ext>
            </a:extLst>
          </p:cNvPr>
          <p:cNvSpPr>
            <a:spLocks noGrp="1"/>
          </p:cNvSpPr>
          <p:nvPr>
            <p:ph type="subTitle" idx="1"/>
          </p:nvPr>
        </p:nvSpPr>
        <p:spPr>
          <a:xfrm>
            <a:off x="1347019" y="1828800"/>
            <a:ext cx="9144000" cy="2165043"/>
          </a:xfrm>
        </p:spPr>
        <p:txBody>
          <a:bodyPr>
            <a:normAutofit fontScale="62500" lnSpcReduction="20000"/>
          </a:bodyPr>
          <a:lstStyle/>
          <a:p>
            <a:r>
              <a:rPr lang="en-US" dirty="0"/>
              <a:t>One morning, when Gregor Samsa woke from troubled dreams, he found himself transformed in his bed into a horrible vermin. He lay on his </a:t>
            </a:r>
            <a:r>
              <a:rPr lang="en-US" dirty="0" err="1"/>
              <a:t>armour</a:t>
            </a:r>
            <a:r>
              <a:rPr lang="en-US" dirty="0"/>
              <a:t>-like back, and if he lifted his head a little he could see his brown belly, slightly domed and divided by arches into stiff sections. The bedding was hardly able to cover it and seemed ready to slide off any moment. His many legs, pitifully thin compared with the size of the rest of him, waved about helplessly as he looked. "What's happened to me?" he thought. It wasn't a dream. His room, a proper human room although a little too small, lay peacefully between its four familiar walls. A collection of textile samples lay spread out on the table - Samsa was a travelling salesman - and above it there hung a picture that he had recently cut out of an illustrated magazine and housed in a nice, gilded frame. It showed a lady fitted out with a fur hat and fur boa who sat upright, raising a heavy fur muff that covered the whole of her lower arm towards the viewer. Gregor then turned to look out the window at the dull weather. Drops</a:t>
            </a:r>
            <a:endParaRPr lang="en-MY" dirty="0"/>
          </a:p>
        </p:txBody>
      </p:sp>
    </p:spTree>
    <p:extLst>
      <p:ext uri="{BB962C8B-B14F-4D97-AF65-F5344CB8AC3E}">
        <p14:creationId xmlns:p14="http://schemas.microsoft.com/office/powerpoint/2010/main" val="424648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C291-44BB-C147-DD19-FA0324508F9E}"/>
              </a:ext>
            </a:extLst>
          </p:cNvPr>
          <p:cNvSpPr>
            <a:spLocks noGrp="1"/>
          </p:cNvSpPr>
          <p:nvPr>
            <p:ph type="title"/>
          </p:nvPr>
        </p:nvSpPr>
        <p:spPr>
          <a:xfrm>
            <a:off x="838200" y="365125"/>
            <a:ext cx="10515600" cy="1325563"/>
          </a:xfrm>
        </p:spPr>
        <p:txBody>
          <a:bodyPr/>
          <a:lstStyle/>
          <a:p>
            <a:r>
              <a:rPr lang="en-MY" dirty="0"/>
              <a:t>Test 2</a:t>
            </a:r>
          </a:p>
        </p:txBody>
      </p:sp>
      <p:sp>
        <p:nvSpPr>
          <p:cNvPr id="3" name="Content Placeholder 2">
            <a:extLst>
              <a:ext uri="{FF2B5EF4-FFF2-40B4-BE49-F238E27FC236}">
                <a16:creationId xmlns:a16="http://schemas.microsoft.com/office/drawing/2014/main" id="{008B4C11-E4C9-F581-ED66-E0E634CE9E3C}"/>
              </a:ext>
            </a:extLst>
          </p:cNvPr>
          <p:cNvSpPr>
            <a:spLocks noGrp="1"/>
          </p:cNvSpPr>
          <p:nvPr>
            <p:ph idx="1"/>
          </p:nvPr>
        </p:nvSpPr>
        <p:spPr/>
        <p:txBody>
          <a:bodyPr>
            <a:normAutofit fontScale="85000" lnSpcReduction="20000"/>
          </a:bodyPr>
          <a:lstStyle/>
          <a:p>
            <a:r>
              <a:rPr lang="en-US" dirty="0"/>
              <a:t>Far </a:t>
            </a:r>
            <a:r>
              <a:rPr lang="en-US" dirty="0" err="1"/>
              <a:t>far</a:t>
            </a:r>
            <a:r>
              <a:rPr lang="en-US" dirty="0"/>
              <a:t> away, behind the word mountains, far from the countries </a:t>
            </a:r>
            <a:r>
              <a:rPr lang="en-US" dirty="0" err="1"/>
              <a:t>Vokalia</a:t>
            </a:r>
            <a:r>
              <a:rPr lang="en-US" dirty="0"/>
              <a:t> and </a:t>
            </a:r>
            <a:r>
              <a:rPr lang="en-US" dirty="0" err="1"/>
              <a:t>Consonantia</a:t>
            </a:r>
            <a:r>
              <a:rPr lang="en-US" dirty="0"/>
              <a:t>, there live the blind texts. Separated they live in </a:t>
            </a:r>
            <a:r>
              <a:rPr lang="en-US" dirty="0" err="1"/>
              <a:t>Bookmarksgrove</a:t>
            </a:r>
            <a:r>
              <a:rPr lang="en-US" dirty="0"/>
              <a:t> right at the coast of the Semantics, a large language ocean. A small river named Duden flows by their place and supplies it with the necessary </a:t>
            </a:r>
            <a:r>
              <a:rPr lang="en-US" dirty="0" err="1"/>
              <a:t>regelialia</a:t>
            </a:r>
            <a:r>
              <a:rPr lang="en-US" dirty="0"/>
              <a:t>. It is a </a:t>
            </a:r>
            <a:r>
              <a:rPr lang="en-US" dirty="0" err="1"/>
              <a:t>paradisematic</a:t>
            </a:r>
            <a:r>
              <a:rPr lang="en-US" dirty="0"/>
              <a:t> country, in which roasted parts of sentences fly into your mouth. Even the all-powerful Pointing has no control about the blind texts it is an almost </a:t>
            </a:r>
            <a:r>
              <a:rPr lang="en-US" dirty="0" err="1"/>
              <a:t>unorthographic</a:t>
            </a:r>
            <a:r>
              <a:rPr lang="en-US" dirty="0"/>
              <a:t> life One day however a small line of blind text by the name of Lorem Ipsum decided to leave for the far World of Grammar. The Big </a:t>
            </a:r>
            <a:r>
              <a:rPr lang="en-US" dirty="0" err="1"/>
              <a:t>Oxmox</a:t>
            </a:r>
            <a:r>
              <a:rPr lang="en-US" dirty="0"/>
              <a:t> advised her not to do so, because there were thousands of bad Commas, wild Question Marks and devious </a:t>
            </a:r>
            <a:r>
              <a:rPr lang="en-US" dirty="0" err="1"/>
              <a:t>Semikoli</a:t>
            </a:r>
            <a:r>
              <a:rPr lang="en-US" dirty="0"/>
              <a:t>, but the Little Blind Text didn’t listen. She packed her seven </a:t>
            </a:r>
            <a:r>
              <a:rPr lang="en-US" dirty="0" err="1"/>
              <a:t>versalia</a:t>
            </a:r>
            <a:r>
              <a:rPr lang="en-US" dirty="0"/>
              <a:t>, put her initial into the belt and made herself on the way. When she reached the first hills of the Italic Mountains, she had a last view back on the skyline of her hometown </a:t>
            </a:r>
            <a:r>
              <a:rPr lang="en-US" dirty="0" err="1"/>
              <a:t>Bookmarksgrove</a:t>
            </a:r>
            <a:r>
              <a:rPr lang="en-US" dirty="0"/>
              <a:t>, the headline of Alphabet Village and the subline of her own road, the Line Lane. </a:t>
            </a:r>
            <a:r>
              <a:rPr lang="en-US" dirty="0" err="1"/>
              <a:t>Pityful</a:t>
            </a:r>
            <a:r>
              <a:rPr lang="en-US" dirty="0"/>
              <a:t> a </a:t>
            </a:r>
            <a:r>
              <a:rPr lang="en-US" dirty="0" err="1"/>
              <a:t>rethoric</a:t>
            </a:r>
            <a:r>
              <a:rPr lang="en-US" dirty="0"/>
              <a:t> question ran over her cheek, then</a:t>
            </a:r>
            <a:endParaRPr lang="en-MY" dirty="0"/>
          </a:p>
        </p:txBody>
      </p:sp>
      <p:pic>
        <p:nvPicPr>
          <p:cNvPr id="5" name="Picture 4">
            <a:extLst>
              <a:ext uri="{FF2B5EF4-FFF2-40B4-BE49-F238E27FC236}">
                <a16:creationId xmlns:a16="http://schemas.microsoft.com/office/drawing/2014/main" id="{03E6B894-151E-7319-3F29-31B70F3B5A37}"/>
              </a:ext>
            </a:extLst>
          </p:cNvPr>
          <p:cNvPicPr>
            <a:picLocks noChangeAspect="1"/>
          </p:cNvPicPr>
          <p:nvPr/>
        </p:nvPicPr>
        <p:blipFill>
          <a:blip r:embed="rId2"/>
          <a:stretch>
            <a:fillRect/>
          </a:stretch>
        </p:blipFill>
        <p:spPr>
          <a:xfrm>
            <a:off x="5815682" y="150711"/>
            <a:ext cx="4950642" cy="1866636"/>
          </a:xfrm>
          <a:prstGeom prst="rect">
            <a:avLst/>
          </a:prstGeom>
        </p:spPr>
      </p:pic>
    </p:spTree>
    <p:extLst>
      <p:ext uri="{BB962C8B-B14F-4D97-AF65-F5344CB8AC3E}">
        <p14:creationId xmlns:p14="http://schemas.microsoft.com/office/powerpoint/2010/main" val="2840235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447</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Test 1</vt:lpstr>
      <vt:lpstr>Test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 YI XIN</dc:creator>
  <cp:lastModifiedBy>TAN YI XIN</cp:lastModifiedBy>
  <cp:revision>1</cp:revision>
  <dcterms:created xsi:type="dcterms:W3CDTF">2026-04-23T06:38:59Z</dcterms:created>
  <dcterms:modified xsi:type="dcterms:W3CDTF">2026-04-23T06:39:55Z</dcterms:modified>
</cp:coreProperties>
</file>